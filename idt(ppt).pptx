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485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7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137410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Health Analyzer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833199" y="4387096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Gain insights into your emotional well-being with our comprehensive Emotional Health Analyzer. Uncover patterns and trends to better understand and manage your emotions.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299686" y="5703213"/>
            <a:ext cx="1807964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707112"/>
            <a:ext cx="665464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Emotional Health?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1934647"/>
            <a:ext cx="5006221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health refers to an individual's ability to manage their thoughts, feelings, and behaviors in a healthy and productive manner. It encompasses our overall well-being, including our capacity to cope with life's challenges, maintain positive relationships, and find fulfillment.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806" y="1984653"/>
            <a:ext cx="5006221" cy="52878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437084"/>
            <a:ext cx="799980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Importance of Emotional Health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575798"/>
            <a:ext cx="3295888" cy="2036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8903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Well-Being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5370790"/>
            <a:ext cx="329588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Strong emotional health promotes a positive outlook, higher life satisfaction, and enhanced overall well-being.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2575798"/>
            <a:ext cx="3296007" cy="2037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89049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Relationships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5370909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Emotionally healthy individuals tend to have stronger, more fulfilling interpersonal relationships and connections.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2575798"/>
            <a:ext cx="3296007" cy="2037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890492"/>
            <a:ext cx="298715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Health Benefits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5370909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wellness can contribute to better physical health outcomes, including reduced risk of chronic diseases.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282422"/>
            <a:ext cx="86929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Factors Affecting Emotional Health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650331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6" name="Text 4"/>
          <p:cNvSpPr/>
          <p:nvPr/>
        </p:nvSpPr>
        <p:spPr>
          <a:xfrm>
            <a:off x="2648903" y="267104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Stress and Anxiety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648903" y="3151465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levels of stress and anxiety can take a toll on our emotional well-being, leading to feelings of overwhelm, irritability, and difficulty focusing.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650331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9" name="Text 7"/>
          <p:cNvSpPr/>
          <p:nvPr/>
        </p:nvSpPr>
        <p:spPr>
          <a:xfrm>
            <a:off x="8037195" y="2671048"/>
            <a:ext cx="406943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Relationships and Social Support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8037195" y="3151465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Strong, supportive relationships and a sense of community can nurture our emotional health, while toxic or isolated environments can be detrimental.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5024438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12" name="Text 10"/>
          <p:cNvSpPr/>
          <p:nvPr/>
        </p:nvSpPr>
        <p:spPr>
          <a:xfrm>
            <a:off x="2648903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Lifestyle Factors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648903" y="5525572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Things like diet, exercise, sleep, and work-life balance can significantly impact our emotional well-being, either positively or negatively.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5024438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15" name="Text 13"/>
          <p:cNvSpPr/>
          <p:nvPr/>
        </p:nvSpPr>
        <p:spPr>
          <a:xfrm>
            <a:off x="8037195" y="5045154"/>
            <a:ext cx="282797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Traumatic Experiences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8037195" y="5525572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Unresolved trauma, whether from childhood or adulthood, can contribute to emotional health challenges, such as depression, anxiety, and PTSD.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672471"/>
            <a:ext cx="888801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Identifying Emotional Health Issues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811185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358878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Indicators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069199"/>
            <a:ext cx="3295888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 attention to persistent changes in mood, energy levels, sleep patterns, appetite, and ability to focus. These can be signs of underlying emotional health concerns.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2811185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358878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Stress and Anxiety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069199"/>
            <a:ext cx="329600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levels of stress or anxiety that interfere with daily life may indicate the need for emotional support. Look for physical symptoms like tension, headaches, or rapid heartbeat.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2811185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3588782"/>
            <a:ext cx="296048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Relationship Challenges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069199"/>
            <a:ext cx="329600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Difficulties in personal or professional relationships, increased conflict, or withdrawal from loved ones can signal emotional health struggles. Be aware of changes in your social interactions.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39215"/>
            <a:ext cx="689026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Assessing Emotional Health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477929"/>
            <a:ext cx="3518059" cy="888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0163" y="36998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Self-Reflection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260163" y="4180284"/>
            <a:ext cx="3073718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Start by taking an honest look at your thoughts, feelings, and behaviors. Consider how they impact your daily life and relationships.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052" y="2477929"/>
            <a:ext cx="3518178" cy="888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8222" y="36998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Questionnaires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778222" y="4180284"/>
            <a:ext cx="307383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validated emotional health assessments to gain deeper insights into your overall well-being and identify potential areas of concern.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229" y="2477929"/>
            <a:ext cx="3518178" cy="888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3699867"/>
            <a:ext cx="290786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Professional Evaluation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180284"/>
            <a:ext cx="307383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Consulting a mental health professional can provide a comprehensive evaluation and personalized recommendations for improving your emotional health.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10070"/>
            <a:ext cx="1051548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Strategies for Improving Emotional Health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676412"/>
            <a:ext cx="2232065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Engage in mindfulness meditation, yoga, or deep breathing exercises to cultivate present-moment awareness and reduce stress and anxiety.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819650" y="2759869"/>
            <a:ext cx="22320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Social Connection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4819650" y="3329226"/>
            <a:ext cx="2232065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spending quality time with supportive friends and family, engage in social activities, and build meaningful relationships.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01307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Self-Care Routines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01307" y="3676412"/>
            <a:ext cx="2232065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Establish healthy habits like regular exercise, adequate sleep, a balanced diet, and making time for hobbies and relaxation.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382964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Cognitive Reframing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10382964" y="3676412"/>
            <a:ext cx="2232065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 negative thought patterns and cultivate a more positive, optimistic mindset through techniques like cognitive-behavioral therapy.</a:t>
            </a:r>
            <a:endParaRPr lang="en-US" sz="1750" dirty="0"/>
          </a:p>
        </p:txBody>
      </p:sp>
      <p:pic>
        <p:nvPicPr>
          <p:cNvPr id="1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365296"/>
            <a:ext cx="74776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and Emotional Regulation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833199" y="4087297"/>
            <a:ext cx="747760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 can be a powerful tool for improving emotional health. By cultivating present-moment awareness and acceptance, individuals can develop the ability to regulate their emotions more effectively. This can lead to greater emotional resilience, reduced stress and anxiety, and enhanced overall well-being.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321237"/>
            <a:ext cx="719613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Seeking Professional Support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2348865"/>
            <a:ext cx="4542115" cy="2701766"/>
          </a:xfrm>
          <a:prstGeom prst="roundRect">
            <a:avLst>
              <a:gd name="adj" fmla="val 4935"/>
            </a:avLst>
          </a:prstGeom>
          <a:solidFill>
            <a:srgbClr val="343131"/>
          </a:solidFill>
          <a:ln/>
        </p:spPr>
      </p:sp>
      <p:sp>
        <p:nvSpPr>
          <p:cNvPr id="7" name="Text 4"/>
          <p:cNvSpPr/>
          <p:nvPr/>
        </p:nvSpPr>
        <p:spPr>
          <a:xfrm>
            <a:off x="1055370" y="25710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the Need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055370" y="3051453"/>
            <a:ext cx="4097774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Recognizing when professional support is needed can be a crucial step in improving emotional health. This could involve consulting a therapist, counselor, or mental health specialist.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97485" y="2348865"/>
            <a:ext cx="4542115" cy="2701766"/>
          </a:xfrm>
          <a:prstGeom prst="roundRect">
            <a:avLst>
              <a:gd name="adj" fmla="val 4935"/>
            </a:avLst>
          </a:prstGeom>
          <a:solidFill>
            <a:srgbClr val="343131"/>
          </a:solidFill>
          <a:ln/>
        </p:spPr>
      </p:sp>
      <p:sp>
        <p:nvSpPr>
          <p:cNvPr id="10" name="Text 7"/>
          <p:cNvSpPr/>
          <p:nvPr/>
        </p:nvSpPr>
        <p:spPr>
          <a:xfrm>
            <a:off x="5819656" y="2571036"/>
            <a:ext cx="328505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Finding the Right Provider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19656" y="3051453"/>
            <a:ext cx="4097774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Researching qualified mental health professionals in your area and assessing their expertise, approach, and fit with your needs can help you find the right support.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33199" y="5272802"/>
            <a:ext cx="9306401" cy="1635562"/>
          </a:xfrm>
          <a:prstGeom prst="roundRect">
            <a:avLst>
              <a:gd name="adj" fmla="val 8151"/>
            </a:avLst>
          </a:prstGeom>
          <a:solidFill>
            <a:srgbClr val="343131"/>
          </a:solidFill>
          <a:ln/>
        </p:spPr>
      </p:sp>
      <p:sp>
        <p:nvSpPr>
          <p:cNvPr id="13" name="Text 10"/>
          <p:cNvSpPr/>
          <p:nvPr/>
        </p:nvSpPr>
        <p:spPr>
          <a:xfrm>
            <a:off x="1055370" y="5494972"/>
            <a:ext cx="295513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 for the Sessions</a:t>
            </a:r>
            <a:endParaRPr lang="en-US" sz="2187" dirty="0"/>
          </a:p>
        </p:txBody>
      </p:sp>
      <p:sp>
        <p:nvSpPr>
          <p:cNvPr id="14" name="Text 11"/>
          <p:cNvSpPr/>
          <p:nvPr/>
        </p:nvSpPr>
        <p:spPr>
          <a:xfrm>
            <a:off x="1055370" y="5975390"/>
            <a:ext cx="886206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Being open and honest with the professional, setting goals, and actively participating in the process can maximize the benefits of seeking support.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21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643545" y="540901"/>
            <a:ext cx="9343192" cy="1229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840"/>
              </a:lnSpc>
              <a:buNone/>
            </a:pPr>
            <a:r>
              <a:rPr lang="en-US" sz="3872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Maintaining Emotional Wellness and conclusion</a:t>
            </a:r>
            <a:endParaRPr lang="en-US" sz="387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545" y="2163485"/>
            <a:ext cx="2917627" cy="1803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43545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</a:t>
            </a:r>
            <a:endParaRPr lang="en-US" sz="1936" dirty="0"/>
          </a:p>
        </p:txBody>
      </p:sp>
      <p:sp>
        <p:nvSpPr>
          <p:cNvPr id="7" name="Text 4"/>
          <p:cNvSpPr/>
          <p:nvPr/>
        </p:nvSpPr>
        <p:spPr>
          <a:xfrm>
            <a:off x="2643545" y="4637842"/>
            <a:ext cx="2917627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Incorporating daily mindfulness exercises like meditation, deep breathing, and yoga can help cultivate self-awareness and promote emotional balance.</a:t>
            </a:r>
            <a:endParaRPr lang="en-US" sz="154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08" y="2163485"/>
            <a:ext cx="2917746" cy="1803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6208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Regular Exercise</a:t>
            </a:r>
            <a:endParaRPr lang="en-US" sz="1936" dirty="0"/>
          </a:p>
        </p:txBody>
      </p:sp>
      <p:sp>
        <p:nvSpPr>
          <p:cNvPr id="10" name="Text 6"/>
          <p:cNvSpPr/>
          <p:nvPr/>
        </p:nvSpPr>
        <p:spPr>
          <a:xfrm>
            <a:off x="5856208" y="4637842"/>
            <a:ext cx="2917746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activity releases endorphins, reduces stress, and boosts mood, making it a powerful tool for maintaining emotional wellness.</a:t>
            </a:r>
            <a:endParaRPr lang="en-US" sz="154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991" y="2163485"/>
            <a:ext cx="2917746" cy="18032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68991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Journaling</a:t>
            </a:r>
            <a:endParaRPr lang="en-US" sz="1936" dirty="0"/>
          </a:p>
        </p:txBody>
      </p:sp>
      <p:sp>
        <p:nvSpPr>
          <p:cNvPr id="13" name="Text 8"/>
          <p:cNvSpPr/>
          <p:nvPr/>
        </p:nvSpPr>
        <p:spPr>
          <a:xfrm>
            <a:off x="9068991" y="4637842"/>
            <a:ext cx="2917746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Expressing thoughts and feelings through journaling can provide an outlet for processing emotions and promote self-reflection.</a:t>
            </a:r>
            <a:endParaRPr lang="en-US" sz="1549" dirty="0"/>
          </a:p>
        </p:txBody>
      </p:sp>
      <p:sp>
        <p:nvSpPr>
          <p:cNvPr id="14" name="Text 9"/>
          <p:cNvSpPr/>
          <p:nvPr/>
        </p:nvSpPr>
        <p:spPr>
          <a:xfrm>
            <a:off x="2643545" y="6432471"/>
            <a:ext cx="9343192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8"/>
              </a:lnSpc>
              <a:buNone/>
            </a:pPr>
            <a:endParaRPr lang="en-US" sz="154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21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3944" y="641131"/>
            <a:ext cx="9952793" cy="893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840"/>
              </a:lnSpc>
              <a:buNone/>
            </a:pPr>
            <a:r>
              <a:rPr lang="en-US" sz="3872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6000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2643545" y="4637842"/>
            <a:ext cx="2917627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9" name="Text 5"/>
          <p:cNvSpPr/>
          <p:nvPr/>
        </p:nvSpPr>
        <p:spPr>
          <a:xfrm>
            <a:off x="5856208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endParaRPr lang="en-US" sz="1936" dirty="0"/>
          </a:p>
        </p:txBody>
      </p:sp>
      <p:sp>
        <p:nvSpPr>
          <p:cNvPr id="10" name="Text 6"/>
          <p:cNvSpPr/>
          <p:nvPr/>
        </p:nvSpPr>
        <p:spPr>
          <a:xfrm>
            <a:off x="5856208" y="4637842"/>
            <a:ext cx="2917746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12" name="Text 7"/>
          <p:cNvSpPr/>
          <p:nvPr/>
        </p:nvSpPr>
        <p:spPr>
          <a:xfrm>
            <a:off x="9068991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endParaRPr lang="en-US" sz="1936" dirty="0"/>
          </a:p>
        </p:txBody>
      </p:sp>
      <p:sp>
        <p:nvSpPr>
          <p:cNvPr id="13" name="Text 8"/>
          <p:cNvSpPr/>
          <p:nvPr/>
        </p:nvSpPr>
        <p:spPr>
          <a:xfrm>
            <a:off x="9068991" y="4637842"/>
            <a:ext cx="2917746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14" name="Text 9"/>
          <p:cNvSpPr/>
          <p:nvPr/>
        </p:nvSpPr>
        <p:spPr>
          <a:xfrm>
            <a:off x="2033944" y="2559223"/>
            <a:ext cx="9737641" cy="1650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8"/>
              </a:lnSpc>
              <a:buNone/>
            </a:pPr>
            <a:r>
              <a:rPr lang="en-US" sz="2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Prioritizing emotional health is crucial for overall well-being. By incorporating mindfulness practices, regular exercise, and journaling into our daily routines, we can cultivate the self-awareness and coping strategies needed to maintain emotional wellness over the long term. Remember, taking care of our emotional needs is just as important as caring for our physical health.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808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PresentationFormat>Custom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Jyotsna .G</dc:creator>
  <cp:lastModifiedBy>Jyotsna .G</cp:lastModifiedBy>
  <cp:revision>1</cp:revision>
  <dcterms:modified xsi:type="dcterms:W3CDTF">2024-05-29T16:41:21Z</dcterms:modified>
</cp:coreProperties>
</file>